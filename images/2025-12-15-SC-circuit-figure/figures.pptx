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5424" y="-2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F7A33-AAAB-F9A8-55AF-6DD7BA945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BE6BFE-3FF3-D59A-F79C-379F02DCA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1488FE-7D85-856F-787A-15E58DE5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ED27CA-21FD-E61E-D905-DF6FD253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ECB3DF-6007-8AB9-CAC9-C1F2990A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40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245B9E-EA6B-EB7A-4196-6A5963E8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DF4B93-6CC3-4F60-1A94-BBBF72006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AFAF1E-EC4E-F5FF-DDAA-5FA7E29B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2984C3-BFD4-F717-C4A5-21F5D997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C142D0-F2E6-262D-7D6A-8F94933E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17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489ABD-C879-E2CB-16D6-0A6C5149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74C874-5CD7-AF6A-92CD-7E2776174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909596-C8F4-7F2F-377F-EB20039B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B53180-E6CD-ABD2-B6E7-40E048A8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20AC72-FF17-82CE-5647-604FF1B5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79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CEC41-F878-0DB7-9A49-F44FA54F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579B18-CAFB-A613-D415-E79A0A086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66885B-C076-6295-93D7-7FF8D8DD6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40C3DB-E4A8-CE04-71BE-B5C661C5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4EDD49-9E1B-1498-3E14-632D7ED3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1462D0-0450-3EB8-DACA-11027A48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93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5972DC-F3AE-53A6-A8D8-E6D827CB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F9CA95-E150-87AC-676B-6D81D0DA5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395A0C-734C-7BD3-98C0-15B48AB7D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BA45F7-5057-3058-BF8E-E65DCE872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BC05E87-36B9-26E4-4A7E-1955AFCCB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E0934F2-FE63-5479-DC7C-668B2501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D9944EB-8AF8-AD5D-901C-9E5E3D73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A681C3-5184-F62F-EE3C-F3BD95C9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1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25767-BF11-E0FD-CB63-C8606235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85564A1-3C80-9BFF-7BF8-38BCB011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091C68-F59E-109E-EEE8-E6D1AE72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90B7CE-D134-9D1B-33E8-F14AE7D8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58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72E521-DBC3-CCC4-8EF2-2100498B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066977-1D87-BDF7-9FC0-54A9F6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10D6D0-2474-F436-0D12-BC4F3456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88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207E5-7D1F-C170-7C7E-9F441884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AB095C-F9D7-BC3F-C0D8-CF221591E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271ABD-6AA0-27A6-D1CE-5FC714992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C6A4CC-5631-9E34-F9F9-EED1F699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E41CDE-6568-9027-2E04-F2C270BA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CB381A-AC88-D644-4C44-EC5C5CB6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30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7A2A3-61AE-35D3-6F50-00DAF153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41854A-AB19-1D7E-A4C9-4E12CE98D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70DD2D-7D5D-740F-33E8-EC2F49DE9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7D038-F507-4F83-62E2-8F50AEB1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88B7F3-2EEB-FF9C-1788-6768D6AC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FE495D-AA15-8F11-1277-C269CFFA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01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0F5C1-9CD8-A5FC-E7BA-94041B1C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377BCC-251A-8E0B-91AA-78DA25DBA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1A24C5-4425-DBAB-BF21-7D4F8F9B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B41CFF-6931-389D-519D-4BDF9AFA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0FE50F-C8E1-5DEC-AE67-857A8B2C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547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2BE95D-0D2F-586D-1A5D-CBC0282FB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130833-5528-02C9-AA50-88CE8DE3D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C381EC-C2A7-9014-644F-05F839DF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C64460-340E-48F5-79C3-09C12C9F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209E2C-7EE3-12CC-0730-0CE0F322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22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B87CD5-40C4-E4B4-B8FE-E328C457D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45AA06-82DD-5CB2-A0F8-16D291A32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0699EC-3C32-614E-02F0-E0304D423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0786F-1D0B-447F-A70A-BEA695BBE53A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C00FF1-7973-DA15-81B5-E6B4C91B2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118A2E-0785-C659-3BE3-9724A7FC2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D6DDA-9FE7-4BD9-8356-C3C7C92FD9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67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15B6F3A7-1CC1-6715-7288-955D7A80814D}"/>
              </a:ext>
            </a:extLst>
          </p:cNvPr>
          <p:cNvGrpSpPr/>
          <p:nvPr/>
        </p:nvGrpSpPr>
        <p:grpSpPr>
          <a:xfrm>
            <a:off x="2328581" y="3827114"/>
            <a:ext cx="2785533" cy="369332"/>
            <a:chOff x="4106333" y="1735667"/>
            <a:chExt cx="2785533" cy="369332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26C1F918-75F1-7694-7678-C8350F2BD79B}"/>
                </a:ext>
              </a:extLst>
            </p:cNvPr>
            <p:cNvSpPr txBox="1"/>
            <p:nvPr/>
          </p:nvSpPr>
          <p:spPr>
            <a:xfrm>
              <a:off x="4106333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5CC7198-BAEB-E0C7-7116-F0F5A2578795}"/>
                </a:ext>
              </a:extLst>
            </p:cNvPr>
            <p:cNvSpPr txBox="1"/>
            <p:nvPr/>
          </p:nvSpPr>
          <p:spPr>
            <a:xfrm>
              <a:off x="4978400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09ACAA9-1BB5-617E-FE65-61ECAFADE4AB}"/>
                </a:ext>
              </a:extLst>
            </p:cNvPr>
            <p:cNvSpPr txBox="1"/>
            <p:nvPr/>
          </p:nvSpPr>
          <p:spPr>
            <a:xfrm>
              <a:off x="5759444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BB899DC-6E23-6B95-2CD8-3DE349C8E5FE}"/>
                </a:ext>
              </a:extLst>
            </p:cNvPr>
            <p:cNvSpPr txBox="1"/>
            <p:nvPr/>
          </p:nvSpPr>
          <p:spPr>
            <a:xfrm>
              <a:off x="6540488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0C0C6A0-FA19-CA01-4C49-DA5A1A785336}"/>
              </a:ext>
            </a:extLst>
          </p:cNvPr>
          <p:cNvGrpSpPr/>
          <p:nvPr/>
        </p:nvGrpSpPr>
        <p:grpSpPr>
          <a:xfrm>
            <a:off x="2328581" y="4428247"/>
            <a:ext cx="2785533" cy="369332"/>
            <a:chOff x="4106333" y="1735667"/>
            <a:chExt cx="2785533" cy="369332"/>
          </a:xfrm>
        </p:grpSpPr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3E180EC-C9F5-1DA0-843E-4EE0A3421C9A}"/>
                </a:ext>
              </a:extLst>
            </p:cNvPr>
            <p:cNvSpPr txBox="1"/>
            <p:nvPr/>
          </p:nvSpPr>
          <p:spPr>
            <a:xfrm>
              <a:off x="4106333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C6F05492-1844-9E45-933E-F51D25C9664F}"/>
                </a:ext>
              </a:extLst>
            </p:cNvPr>
            <p:cNvSpPr txBox="1"/>
            <p:nvPr/>
          </p:nvSpPr>
          <p:spPr>
            <a:xfrm>
              <a:off x="4978400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10BFCE1-ACC7-73BA-8BE3-FFB1D178A600}"/>
                </a:ext>
              </a:extLst>
            </p:cNvPr>
            <p:cNvSpPr txBox="1"/>
            <p:nvPr/>
          </p:nvSpPr>
          <p:spPr>
            <a:xfrm>
              <a:off x="5759444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6EEC3E3-C5DC-9411-CD04-0C33CED8A1AB}"/>
                </a:ext>
              </a:extLst>
            </p:cNvPr>
            <p:cNvSpPr txBox="1"/>
            <p:nvPr/>
          </p:nvSpPr>
          <p:spPr>
            <a:xfrm>
              <a:off x="6540488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1263923C-D244-63C8-BE6D-4226A6473288}"/>
              </a:ext>
            </a:extLst>
          </p:cNvPr>
          <p:cNvGrpSpPr/>
          <p:nvPr/>
        </p:nvGrpSpPr>
        <p:grpSpPr>
          <a:xfrm>
            <a:off x="2328581" y="5037847"/>
            <a:ext cx="2785533" cy="369332"/>
            <a:chOff x="4106333" y="1735667"/>
            <a:chExt cx="2785533" cy="369332"/>
          </a:xfrm>
        </p:grpSpPr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22117FAF-695F-AAD1-E331-F7078C1EA002}"/>
                </a:ext>
              </a:extLst>
            </p:cNvPr>
            <p:cNvSpPr txBox="1"/>
            <p:nvPr/>
          </p:nvSpPr>
          <p:spPr>
            <a:xfrm>
              <a:off x="4106333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7563B93E-F9E9-5CD3-3980-406C2654A648}"/>
                </a:ext>
              </a:extLst>
            </p:cNvPr>
            <p:cNvSpPr txBox="1"/>
            <p:nvPr/>
          </p:nvSpPr>
          <p:spPr>
            <a:xfrm>
              <a:off x="4978400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88104520-234B-D28D-3839-33EB33BA5AC7}"/>
                </a:ext>
              </a:extLst>
            </p:cNvPr>
            <p:cNvSpPr txBox="1"/>
            <p:nvPr/>
          </p:nvSpPr>
          <p:spPr>
            <a:xfrm>
              <a:off x="5759444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4B822FEA-D4DD-2F2E-B2F8-D7F5EEBB9625}"/>
                </a:ext>
              </a:extLst>
            </p:cNvPr>
            <p:cNvSpPr txBox="1"/>
            <p:nvPr/>
          </p:nvSpPr>
          <p:spPr>
            <a:xfrm>
              <a:off x="6540488" y="173566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14CB54EC-AC7C-7E24-3A27-5DFE01949E9D}"/>
              </a:ext>
            </a:extLst>
          </p:cNvPr>
          <p:cNvGrpSpPr/>
          <p:nvPr/>
        </p:nvGrpSpPr>
        <p:grpSpPr>
          <a:xfrm>
            <a:off x="4458107" y="732112"/>
            <a:ext cx="4349035" cy="2384001"/>
            <a:chOff x="3582617" y="646885"/>
            <a:chExt cx="4349035" cy="238400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2CF0CB1-DCE5-CC85-ED72-2E20CE620265}"/>
                </a:ext>
              </a:extLst>
            </p:cNvPr>
            <p:cNvSpPr/>
            <p:nvPr/>
          </p:nvSpPr>
          <p:spPr>
            <a:xfrm>
              <a:off x="4007524" y="1257966"/>
              <a:ext cx="3241040" cy="17729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C4E25E0B-CECD-1453-50C1-CB7FDBE99046}"/>
                </a:ext>
              </a:extLst>
            </p:cNvPr>
            <p:cNvSpPr/>
            <p:nvPr/>
          </p:nvSpPr>
          <p:spPr>
            <a:xfrm>
              <a:off x="4367447" y="1250619"/>
              <a:ext cx="3241040" cy="1772920"/>
            </a:xfrm>
            <a:prstGeom prst="roundRect">
              <a:avLst>
                <a:gd name="adj" fmla="val 549"/>
              </a:avLst>
            </a:prstGeom>
            <a:solidFill>
              <a:schemeClr val="accent4">
                <a:alpha val="5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3942C11-B640-1073-F681-5566EB8C2C3B}"/>
                </a:ext>
              </a:extLst>
            </p:cNvPr>
            <p:cNvSpPr txBox="1"/>
            <p:nvPr/>
          </p:nvSpPr>
          <p:spPr>
            <a:xfrm>
              <a:off x="4016069" y="126953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9C4BEE28-3830-C2DC-7BD3-4C2254E05CF9}"/>
                </a:ext>
              </a:extLst>
            </p:cNvPr>
            <p:cNvSpPr txBox="1"/>
            <p:nvPr/>
          </p:nvSpPr>
          <p:spPr>
            <a:xfrm>
              <a:off x="4016069" y="193420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A3E9C16D-E3DE-4369-E544-D74FB9770B74}"/>
                </a:ext>
              </a:extLst>
            </p:cNvPr>
            <p:cNvSpPr txBox="1"/>
            <p:nvPr/>
          </p:nvSpPr>
          <p:spPr>
            <a:xfrm>
              <a:off x="4016069" y="265420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F8AA25B6-A25A-B583-C3BE-938C11D74F02}"/>
                    </a:ext>
                  </a:extLst>
                </p:cNvPr>
                <p:cNvSpPr txBox="1"/>
                <p:nvPr/>
              </p:nvSpPr>
              <p:spPr>
                <a:xfrm>
                  <a:off x="7212733" y="2654207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ja-JP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F8AA25B6-A25A-B583-C3BE-938C11D74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733" y="2654207"/>
                  <a:ext cx="42351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69AAB35C-7748-F362-8F8D-0D796FC19B99}"/>
                    </a:ext>
                  </a:extLst>
                </p:cNvPr>
                <p:cNvSpPr txBox="1"/>
                <p:nvPr/>
              </p:nvSpPr>
              <p:spPr>
                <a:xfrm>
                  <a:off x="7212733" y="1959760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ja-JP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69AAB35C-7748-F362-8F8D-0D796FC19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733" y="1959760"/>
                  <a:ext cx="42351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5B3379CF-487E-428B-C2CA-1B3F18D78E16}"/>
                    </a:ext>
                  </a:extLst>
                </p:cNvPr>
                <p:cNvSpPr txBox="1"/>
                <p:nvPr/>
              </p:nvSpPr>
              <p:spPr>
                <a:xfrm>
                  <a:off x="7212733" y="1269536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ja-JP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5B3379CF-487E-428B-C2CA-1B3F18D78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733" y="1269536"/>
                  <a:ext cx="42351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316F389B-F029-62B5-6884-D9DB111ABEEE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7428525" y="1016217"/>
              <a:ext cx="179962" cy="4411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DD09ECDE-A40B-BDA9-637D-74C4EE495CF7}"/>
                </a:ext>
              </a:extLst>
            </p:cNvPr>
            <p:cNvSpPr txBox="1"/>
            <p:nvPr/>
          </p:nvSpPr>
          <p:spPr>
            <a:xfrm>
              <a:off x="7285321" y="64688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>
                  <a:solidFill>
                    <a:schemeClr val="accent1"/>
                  </a:solidFill>
                </a:rPr>
                <a:t>電子</a:t>
              </a:r>
              <a:endParaRPr kumimoji="1" lang="ja-JP" altLang="en-US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D094BE17-37E2-52A2-2645-7BDA13A9503D}"/>
                </a:ext>
              </a:extLst>
            </p:cNvPr>
            <p:cNvCxnSpPr>
              <a:cxnSpLocks/>
            </p:cNvCxnSpPr>
            <p:nvPr/>
          </p:nvCxnSpPr>
          <p:spPr>
            <a:xfrm>
              <a:off x="4007524" y="1017698"/>
              <a:ext cx="105139" cy="43969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9FEC8F90-4C98-8F28-DC79-875955CC8348}"/>
                </a:ext>
              </a:extLst>
            </p:cNvPr>
            <p:cNvSpPr txBox="1"/>
            <p:nvPr/>
          </p:nvSpPr>
          <p:spPr>
            <a:xfrm>
              <a:off x="3582617" y="66840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>
                  <a:solidFill>
                    <a:srgbClr val="FF0000"/>
                  </a:solidFill>
                </a:rPr>
                <a:t>正の背景電荷</a:t>
              </a:r>
              <a:endParaRPr kumimoji="1" lang="ja-JP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1" name="四角形: 角を丸くする 50">
              <a:extLst>
                <a:ext uri="{FF2B5EF4-FFF2-40B4-BE49-F238E27FC236}">
                  <a16:creationId xmlns:a16="http://schemas.microsoft.com/office/drawing/2014/main" id="{9657E6E2-811D-2C22-B6C1-5BE93074A52A}"/>
                </a:ext>
              </a:extLst>
            </p:cNvPr>
            <p:cNvSpPr/>
            <p:nvPr/>
          </p:nvSpPr>
          <p:spPr>
            <a:xfrm>
              <a:off x="4358902" y="1250619"/>
              <a:ext cx="2889662" cy="177292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  <a:alpha val="7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93F6CD9-805B-B818-74D8-E7AF7DE8213A}"/>
              </a:ext>
            </a:extLst>
          </p:cNvPr>
          <p:cNvGrpSpPr/>
          <p:nvPr/>
        </p:nvGrpSpPr>
        <p:grpSpPr>
          <a:xfrm>
            <a:off x="5956423" y="3466434"/>
            <a:ext cx="1988598" cy="2114108"/>
            <a:chOff x="6586343" y="3481674"/>
            <a:chExt cx="1988598" cy="2114108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0D558C0-4E06-81EE-81F5-45C7A4EBCEFA}"/>
                </a:ext>
              </a:extLst>
            </p:cNvPr>
            <p:cNvSpPr/>
            <p:nvPr/>
          </p:nvSpPr>
          <p:spPr>
            <a:xfrm>
              <a:off x="6910334" y="3673686"/>
              <a:ext cx="452761" cy="390313"/>
            </a:xfrm>
            <a:prstGeom prst="rect">
              <a:avLst/>
            </a:prstGeom>
            <a:gradFill>
              <a:gsLst>
                <a:gs pos="44000">
                  <a:schemeClr val="accent2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7883DCC5-18D1-DBC6-7DC8-FDE752625122}"/>
                </a:ext>
              </a:extLst>
            </p:cNvPr>
            <p:cNvSpPr/>
            <p:nvPr/>
          </p:nvSpPr>
          <p:spPr>
            <a:xfrm flipH="1">
              <a:off x="7824817" y="3673686"/>
              <a:ext cx="452761" cy="390313"/>
            </a:xfrm>
            <a:prstGeom prst="rect">
              <a:avLst/>
            </a:prstGeom>
            <a:gradFill>
              <a:gsLst>
                <a:gs pos="44000">
                  <a:schemeClr val="accent4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F5AC408F-F8B7-F921-2F34-0D9ADEA3CB64}"/>
                </a:ext>
              </a:extLst>
            </p:cNvPr>
            <p:cNvGrpSpPr/>
            <p:nvPr/>
          </p:nvGrpSpPr>
          <p:grpSpPr>
            <a:xfrm>
              <a:off x="6586343" y="3481674"/>
              <a:ext cx="1988598" cy="2114108"/>
              <a:chOff x="7170543" y="3827114"/>
              <a:chExt cx="1988598" cy="2114108"/>
            </a:xfrm>
          </p:grpSpPr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BE3B0B57-280C-EA0E-66F5-E4D045A7B6D3}"/>
                  </a:ext>
                </a:extLst>
              </p:cNvPr>
              <p:cNvGrpSpPr/>
              <p:nvPr/>
            </p:nvGrpSpPr>
            <p:grpSpPr>
              <a:xfrm>
                <a:off x="7170543" y="3827114"/>
                <a:ext cx="1988598" cy="2114108"/>
                <a:chOff x="6747029" y="3827114"/>
                <a:chExt cx="1988598" cy="2114108"/>
              </a:xfrm>
            </p:grpSpPr>
            <p:sp>
              <p:nvSpPr>
                <p:cNvPr id="2" name="フレーム 1">
                  <a:extLst>
                    <a:ext uri="{FF2B5EF4-FFF2-40B4-BE49-F238E27FC236}">
                      <a16:creationId xmlns:a16="http://schemas.microsoft.com/office/drawing/2014/main" id="{47D64013-1DC6-97CA-26CF-01AB29764F4A}"/>
                    </a:ext>
                  </a:extLst>
                </p:cNvPr>
                <p:cNvSpPr/>
                <p:nvPr/>
              </p:nvSpPr>
              <p:spPr>
                <a:xfrm>
                  <a:off x="6747029" y="4011780"/>
                  <a:ext cx="1988598" cy="1929442"/>
                </a:xfrm>
                <a:prstGeom prst="frame">
                  <a:avLst>
                    <a:gd name="adj1" fmla="val 20782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3DC33DD4-7DDA-0413-94CE-3E3E02DD6ED2}"/>
                    </a:ext>
                  </a:extLst>
                </p:cNvPr>
                <p:cNvSpPr/>
                <p:nvPr/>
              </p:nvSpPr>
              <p:spPr>
                <a:xfrm>
                  <a:off x="7528264" y="3827114"/>
                  <a:ext cx="452761" cy="6827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7BCC4949-787F-280C-5F90-F4A428BD4A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51778" y="4001620"/>
                <a:ext cx="0" cy="4266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4ECB3B50-43CC-F090-357A-664457C39D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04539" y="4001620"/>
                <a:ext cx="0" cy="4266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464C0038-E43B-B4B6-8D30-1EBC8B138748}"/>
                </a:ext>
              </a:extLst>
            </p:cNvPr>
            <p:cNvSpPr txBox="1"/>
            <p:nvPr/>
          </p:nvSpPr>
          <p:spPr>
            <a:xfrm>
              <a:off x="7066892" y="367368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+</a:t>
              </a:r>
              <a:endParaRPr kumimoji="1" lang="ja-JP" altLang="en-US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FB039D8-6328-1BDE-DEE3-C2237B5FD8DD}"/>
                    </a:ext>
                  </a:extLst>
                </p:cNvPr>
                <p:cNvSpPr txBox="1"/>
                <p:nvPr/>
              </p:nvSpPr>
              <p:spPr>
                <a:xfrm>
                  <a:off x="7774126" y="3684827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kumimoji="1" lang="ja-JP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FB039D8-6328-1BDE-DEE3-C2237B5FD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4126" y="3684827"/>
                  <a:ext cx="42351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9EEBB79C-6005-D7AC-1559-DED599F89433}"/>
              </a:ext>
            </a:extLst>
          </p:cNvPr>
          <p:cNvGrpSpPr/>
          <p:nvPr/>
        </p:nvGrpSpPr>
        <p:grpSpPr>
          <a:xfrm>
            <a:off x="8787330" y="3779836"/>
            <a:ext cx="1391911" cy="1442677"/>
            <a:chOff x="9138920" y="3408723"/>
            <a:chExt cx="1391911" cy="1442677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A9713423-846A-CBB1-302E-02443F8AD4D1}"/>
                </a:ext>
              </a:extLst>
            </p:cNvPr>
            <p:cNvSpPr/>
            <p:nvPr/>
          </p:nvSpPr>
          <p:spPr>
            <a:xfrm>
              <a:off x="9138920" y="3669587"/>
              <a:ext cx="1391911" cy="11818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D4AFE6B8-D6BA-E891-7BBF-E70140335C89}"/>
                </a:ext>
              </a:extLst>
            </p:cNvPr>
            <p:cNvGrpSpPr/>
            <p:nvPr/>
          </p:nvGrpSpPr>
          <p:grpSpPr>
            <a:xfrm>
              <a:off x="9712960" y="3408723"/>
              <a:ext cx="208280" cy="521727"/>
              <a:chOff x="9712960" y="3408723"/>
              <a:chExt cx="208280" cy="521727"/>
            </a:xfrm>
          </p:grpSpPr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96A90A57-B2FF-B236-C68D-DF9AD70DA937}"/>
                  </a:ext>
                </a:extLst>
              </p:cNvPr>
              <p:cNvCxnSpPr/>
              <p:nvPr/>
            </p:nvCxnSpPr>
            <p:spPr>
              <a:xfrm flipV="1">
                <a:off x="9712960" y="3408723"/>
                <a:ext cx="0" cy="5217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62F68025-4928-EF60-F084-8F4EF8D00171}"/>
                  </a:ext>
                </a:extLst>
              </p:cNvPr>
              <p:cNvCxnSpPr/>
              <p:nvPr/>
            </p:nvCxnSpPr>
            <p:spPr>
              <a:xfrm flipV="1">
                <a:off x="9921240" y="3408723"/>
                <a:ext cx="0" cy="5217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F05354F2-D665-92EB-86A4-24B652250B04}"/>
                  </a:ext>
                </a:extLst>
              </p:cNvPr>
              <p:cNvSpPr/>
              <p:nvPr/>
            </p:nvSpPr>
            <p:spPr>
              <a:xfrm>
                <a:off x="9725025" y="3581400"/>
                <a:ext cx="184784" cy="157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1250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25</Words>
  <Application>Microsoft Office PowerPoint</Application>
  <PresentationFormat>ワイド画面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Yugo Onishi</dc:creator>
  <cp:lastModifiedBy>Yugo Onishi</cp:lastModifiedBy>
  <cp:revision>2</cp:revision>
  <dcterms:created xsi:type="dcterms:W3CDTF">2025-12-15T08:45:19Z</dcterms:created>
  <dcterms:modified xsi:type="dcterms:W3CDTF">2025-12-16T18:19:58Z</dcterms:modified>
</cp:coreProperties>
</file>